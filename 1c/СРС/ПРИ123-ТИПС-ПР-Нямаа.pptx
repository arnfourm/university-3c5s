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7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02B3CB-EFBD-182B-F1C6-3B021C08C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3CE9E4-C997-E853-02C7-A04488058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24E3A-060E-6B7A-BBFD-CD2534158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F151C-3797-45BF-BE64-F528E7382BC3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67F348-33C9-235B-6B20-554B46474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EB03FD-0209-E16B-2A25-C3A02E2F2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22260-7975-43EB-BA09-98CB9B98CF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116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9753E3-B97B-D9EE-D479-AE8A3EA2C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380D75-6DAC-7804-C692-6809B368E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2AAA41-9F3F-94DB-1A25-D8DCB52A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F151C-3797-45BF-BE64-F528E7382BC3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5B4F39-B3A0-7D8E-B4AD-6BFCC820A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C12818-F810-D419-0320-A7674A3B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22260-7975-43EB-BA09-98CB9B98CF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211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3981BD-BFF4-0C09-D44D-619DA44E0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AB7795-3A8B-4D88-3F98-BF42D4202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2BDD9B-C8E5-13F1-1E81-D8D620F2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F151C-3797-45BF-BE64-F528E7382BC3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948A1A-917C-C915-5BC4-77C322756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69706E-E025-D029-61BD-60F5C63E8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22260-7975-43EB-BA09-98CB9B98CF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462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D713E2-CED0-52D6-B057-35E15FA4C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252EEE-06E2-8484-9A00-AC3550899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F976B9E-8069-3295-942D-0B465D44E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D28881-1E08-E790-1E9D-901F7939D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F151C-3797-45BF-BE64-F528E7382BC3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5B17DF-A99F-0EDC-7803-E43CED53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5A9A63-1A78-18D0-B354-EF38C13A7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22260-7975-43EB-BA09-98CB9B98CF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00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FB33E2-C09C-DF9C-CBB0-5A861397C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C66095-8389-E5BD-93E8-A37FD75F3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BD26924-37BD-2338-C228-2E2985636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75F3CEB-F16D-C55D-FA03-5616C933A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E1ACAD9-8073-E04B-8B37-A818ADE63F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8948B46-6012-A159-5DBC-51A7027F6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F151C-3797-45BF-BE64-F528E7382BC3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9CB7D75-71E5-6475-C031-DA18EEE07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78EEC4A-5B62-5D2F-912A-66CF948ED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22260-7975-43EB-BA09-98CB9B98CF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01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BE13A-5FCF-8702-9011-E0B09D68E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71DCD12-70ED-BAE2-2B81-4DA9B9CFD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F151C-3797-45BF-BE64-F528E7382BC3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67B89E4-1677-3D07-7C66-CDD0BCD1F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A35F1E2-1BAA-2CB0-D5F0-22E169D94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22260-7975-43EB-BA09-98CB9B98CF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20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F81FE73-620B-F44F-269F-F3C3A8D55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F151C-3797-45BF-BE64-F528E7382BC3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D2509CE-9717-98DC-18ED-317C4476E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59E495-56C7-015D-E3A2-ED126DB3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22260-7975-43EB-BA09-98CB9B98CF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239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F3594F-9203-D9CE-1BFB-CDF8ECBE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5B422B-E386-DD4F-34B2-02D16B59E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11A67DD-B272-0812-2865-1CA50B83A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AD3686-466C-F0B9-97D5-FCA7F7783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F151C-3797-45BF-BE64-F528E7382BC3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CF6D1F-9631-68DD-3EAC-4ED93FCE5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88CF94-58C9-2903-5459-AE90ADB9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22260-7975-43EB-BA09-98CB9B98CF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11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6141C5-9CBF-DD2D-550D-48CF66158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C52349-D8F5-4262-5BE5-822271BF9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80B1DC-1352-57AC-E907-09F55C3CC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D04C09-5C9D-E25B-380E-76535A826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F151C-3797-45BF-BE64-F528E7382BC3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E3BDF9-EF98-3FDD-C22D-0CDDAD807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77DFA3-5D64-D065-DBA6-9A5CE9708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22260-7975-43EB-BA09-98CB9B98CF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49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6E14D4-CD93-1706-3B3A-924A40C50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9B10DD-F955-AC1F-428D-799B0CBCC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DBA542-2C84-A2BF-4964-89CC7F622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F151C-3797-45BF-BE64-F528E7382BC3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788F9B-D9E2-7970-E4DB-570B36B1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5CFE72-4F61-AB05-8AFB-27FFDBFF2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22260-7975-43EB-BA09-98CB9B98CF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928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F4EECC-F47A-F49D-02D4-6F18521A0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8D4C07-3711-B88C-2512-62B52AFED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D7BD47-EF86-CA14-1DC5-6411F0667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F151C-3797-45BF-BE64-F528E7382BC3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49CE04-B482-B472-ADC7-0D8D7F995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900661-8F37-98EB-E167-05E25B8F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22260-7975-43EB-BA09-98CB9B98CF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171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A8426A-B2E0-2025-3EF1-B709DEA7A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34A804-FFB7-C291-352D-2953E44FD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0A2A26-8513-1DF1-9C6E-61819C64DA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F151C-3797-45BF-BE64-F528E7382BC3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3D1CD6-80F4-D104-74B8-98635D0BE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4DB5E8-5432-AFCB-392B-EC684A9FE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22260-7975-43EB-BA09-98CB9B98CF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30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F454C-5F68-470A-301C-E09CBFA65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5027"/>
            <a:ext cx="8950657" cy="2329432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Моделирование информационных процессов и нотации </a:t>
            </a:r>
            <a:r>
              <a:rPr lang="en-US" dirty="0"/>
              <a:t>BPMN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DE4226-D5BC-2B65-2D66-6E2191DBD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86534"/>
            <a:ext cx="9144000" cy="39675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Предметная область «Магазин осветительных приборов»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72A554-2636-0A11-46A5-C3FEF8925A6B}"/>
              </a:ext>
            </a:extLst>
          </p:cNvPr>
          <p:cNvSpPr txBox="1"/>
          <p:nvPr/>
        </p:nvSpPr>
        <p:spPr>
          <a:xfrm>
            <a:off x="10085696" y="5368675"/>
            <a:ext cx="1828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Выполнено:</a:t>
            </a:r>
            <a:br>
              <a:rPr lang="ru-RU" dirty="0"/>
            </a:br>
            <a:r>
              <a:rPr lang="ru-RU" dirty="0"/>
              <a:t>Ст. гр. ПРИ-123</a:t>
            </a:r>
          </a:p>
          <a:p>
            <a:r>
              <a:rPr lang="ru-RU" dirty="0" err="1"/>
              <a:t>Нямаа</a:t>
            </a:r>
            <a:r>
              <a:rPr lang="ru-RU" dirty="0"/>
              <a:t> А.Ц</a:t>
            </a:r>
          </a:p>
        </p:txBody>
      </p:sp>
    </p:spTree>
    <p:extLst>
      <p:ext uri="{BB962C8B-B14F-4D97-AF65-F5344CB8AC3E}">
        <p14:creationId xmlns:p14="http://schemas.microsoft.com/office/powerpoint/2010/main" val="282952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9FF65-4B1D-72A2-E283-E12EC959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401" y="365125"/>
            <a:ext cx="6661197" cy="1325563"/>
          </a:xfrm>
        </p:spPr>
        <p:txBody>
          <a:bodyPr/>
          <a:lstStyle/>
          <a:p>
            <a:r>
              <a:rPr lang="ru-RU" dirty="0"/>
              <a:t>Используемый инструмент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89893F8-8AF5-C8A3-8437-F516F7FF9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049" y="2440696"/>
            <a:ext cx="2086388" cy="2210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B88A9F-1000-EDEF-18A2-1F31B1270B3F}"/>
              </a:ext>
            </a:extLst>
          </p:cNvPr>
          <p:cNvSpPr txBox="1"/>
          <p:nvPr/>
        </p:nvSpPr>
        <p:spPr>
          <a:xfrm>
            <a:off x="5064867" y="4417304"/>
            <a:ext cx="1888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Lucidchart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1373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96E77-6391-5E03-FB03-98E2EB1A4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680850" cy="1325563"/>
          </a:xfrm>
        </p:spPr>
        <p:txBody>
          <a:bodyPr/>
          <a:lstStyle/>
          <a:p>
            <a:r>
              <a:rPr lang="ru-RU" dirty="0"/>
              <a:t>Описание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020EF3-BF83-4A13-DB2A-17E564EAD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Магазин осветительных приборов – коммерческая организация, ориентированная на продаже устройств для освещения помещений. Компания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ведет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деятельность через несколько торговых точек, а также через собственный интернет-магазин.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Клиенты могут посмотреть каталог товаров (без авторизации в системе) и ознакомиться со всеми характеристиками. Есть возможность воспользоваться поисковой строкой и фильтрами: по цене, по названию, по компании. После регистрации пользователь получает возможность оформлять заказы онлайн, затем отслеживать их статус в личном кабинете. После успешного получения заказа у клиента появляется возможность оставить отзыв на каждый из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приобретенных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товаров.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7821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6F0AB-0398-104C-2BA6-85AA90E03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2212"/>
            <a:ext cx="4332436" cy="1325563"/>
          </a:xfrm>
        </p:spPr>
        <p:txBody>
          <a:bodyPr/>
          <a:lstStyle/>
          <a:p>
            <a:r>
              <a:rPr lang="en-US" dirty="0"/>
              <a:t>BPMN </a:t>
            </a:r>
            <a:r>
              <a:rPr lang="ru-RU" dirty="0"/>
              <a:t>диаграмма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E5183F3-A563-9A7A-FA12-09BF97245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881" b="1751"/>
          <a:stretch/>
        </p:blipFill>
        <p:spPr>
          <a:xfrm>
            <a:off x="54066" y="1861669"/>
            <a:ext cx="11990468" cy="4118090"/>
          </a:xfrm>
        </p:spPr>
      </p:pic>
    </p:spTree>
    <p:extLst>
      <p:ext uri="{BB962C8B-B14F-4D97-AF65-F5344CB8AC3E}">
        <p14:creationId xmlns:p14="http://schemas.microsoft.com/office/powerpoint/2010/main" val="3242229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7D59B7-9CB9-0399-A7E8-2C494F8B7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906" y="2766218"/>
            <a:ext cx="5444188" cy="1325563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4937524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132</Words>
  <Application>Microsoft Office PowerPoint</Application>
  <PresentationFormat>Широкоэкранный</PresentationFormat>
  <Paragraphs>11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Тема Office</vt:lpstr>
      <vt:lpstr>Моделирование информационных процессов и нотации BPMN</vt:lpstr>
      <vt:lpstr>Используемый инструмент</vt:lpstr>
      <vt:lpstr>Описание предметной области</vt:lpstr>
      <vt:lpstr>BPMN диаграмма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Arnfourm True</dc:creator>
  <cp:lastModifiedBy>Arnfourm True</cp:lastModifiedBy>
  <cp:revision>5</cp:revision>
  <dcterms:created xsi:type="dcterms:W3CDTF">2025-11-17T16:16:29Z</dcterms:created>
  <dcterms:modified xsi:type="dcterms:W3CDTF">2025-11-17T16:27:05Z</dcterms:modified>
</cp:coreProperties>
</file>